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8115300" cy="457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6" d="100"/>
          <a:sy n="116" d="100"/>
        </p:scale>
        <p:origin x="86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Student Info"/>
          <p:cNvSpPr txBox="1"/>
          <p:nvPr/>
        </p:nvSpPr>
        <p:spPr>
          <a:xfrm>
            <a:off x="4229100" y="3140000"/>
            <a:ext cx="3650000" cy="52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50" b="1" dirty="0">
                <a:solidFill>
                  <a:srgbClr val="FFFFFF"/>
                </a:solidFill>
                <a:latin typeface="Georgia"/>
              </a:rPr>
              <a:t>Student: Hamedallah Anwer Hamedallah Issa</a:t>
            </a:r>
          </a:p>
          <a:p>
            <a:r>
              <a:rPr lang="en-US" sz="1050" b="1" dirty="0">
                <a:solidFill>
                  <a:srgbClr val="FFFFFF"/>
                </a:solidFill>
                <a:latin typeface="Georgia"/>
              </a:rPr>
              <a:t>Student ID: 320220603007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981017" y="988045"/>
            <a:ext cx="2200296" cy="3015676"/>
          </a:xfrm>
          <a:custGeom>
            <a:avLst/>
            <a:gdLst/>
            <a:ahLst/>
            <a:cxnLst/>
            <a:rect l="l" t="t" r="r" b="b"/>
            <a:pathLst>
              <a:path w="2200296" h="3015676">
                <a:moveTo>
                  <a:pt x="0" y="0"/>
                </a:moveTo>
                <a:lnTo>
                  <a:pt x="2200296" y="0"/>
                </a:lnTo>
                <a:lnTo>
                  <a:pt x="2200296" y="3015676"/>
                </a:lnTo>
                <a:lnTo>
                  <a:pt x="0" y="30156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8127997" cy="4572000"/>
          </a:xfrm>
          <a:custGeom>
            <a:avLst/>
            <a:gdLst/>
            <a:ahLst/>
            <a:cxnLst/>
            <a:rect l="l" t="t" r="r" b="b"/>
            <a:pathLst>
              <a:path w="8127997" h="4572000">
                <a:moveTo>
                  <a:pt x="0" y="0"/>
                </a:moveTo>
                <a:lnTo>
                  <a:pt x="8127997" y="0"/>
                </a:lnTo>
                <a:lnTo>
                  <a:pt x="8127997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0</Words>
  <Application>Microsoft Office PowerPoint</Application>
  <PresentationFormat>Custom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Mushroom Classification Using Data Mining (2).pdf</dc:title>
  <cp:lastModifiedBy>عبد الله محمد هاشم تايه</cp:lastModifiedBy>
  <cp:revision>1</cp:revision>
  <dcterms:created xsi:type="dcterms:W3CDTF">2006-08-16T00:00:00Z</dcterms:created>
  <dcterms:modified xsi:type="dcterms:W3CDTF">2024-12-26T14:32:57Z</dcterms:modified>
  <dc:identifier>DAGaZDz3Xvg</dc:identifier>
</cp:coreProperties>
</file>